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overview. Capacity is a planning parameter, not a dataset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1 answers 'what is the ideal?'; Model 2 answers 'what can we afford?'.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0"/>
            <a:ext cx="50292" cy="6858000"/>
          </a:xfrm>
          <a:prstGeom prst="rect">
            <a:avLst/>
          </a:prstGeom>
          <a:solidFill>
            <a:srgbClr val="8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" y="50292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448056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Prepare the data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Clean and link 464,739 student-course records across 2018, 2021 and 2022.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636776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581912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Forecast course demand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Model student flow to project 161,620 seats of demand per course for 2023.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770632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715768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Find capacity bottlenecks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Flag courses whose forecast demand exceeds their seats: 68 courses, 436 students without a seat.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904488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849624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Optimise section allocation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Integer Programming for the minimum sections; Binary Programming for a limited budget of extra sections.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5038344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983480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Support decisions interactively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A UI to load data, generate statistics on demand, choose a model and change capacity and budget.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2636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0"/>
            <a:ext cx="50292" cy="6858000"/>
          </a:xfrm>
          <a:prstGeom prst="rect">
            <a:avLst/>
          </a:prstGeom>
          <a:solidFill>
            <a:srgbClr val="8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200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14300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088136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68 courses will overflow in 2023 and 436 students would not get a seat.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40030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345436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Model 1 - Integer Programming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Minimise total sections subject to seating every student: 5,612 sections, a net +42 (add 67, release 25).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65760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602736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Model 2 - Binary Programming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Maximise students seated within a budget of 50 extra sections: unseated falls 436 to 9 (98% reduction).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491490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860036"/>
            <a:ext cx="10149840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Calibri"/>
              </a:defRPr>
            </a:pPr>
            <a:r>
              <a:t>Verified three ways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By hand, in Excel Solver and in the application - all agreeing, with both models solved to proven optimality (HiGHS).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2636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